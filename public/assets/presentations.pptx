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F5555-F5A6-3F6D-2455-F7C8C4A701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D77543-A68D-32EC-03F1-1B25EFC24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C81B1-176D-95A6-48A5-3DB5EF8B6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A735C-111F-074D-A322-6EA0943B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B34DF-C870-ED96-D9F7-BB431234B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08870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D5790-89F2-2FE7-E89E-5A7FB2395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1D5F1-EA45-F4B9-F6D5-418CBDAC6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25071-75B4-139A-9046-320834925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37AD6-2955-8A63-3C86-4DE0913E1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6AC47-8109-CB74-01AB-44A8320EB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661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B6A55-F8E4-3717-7210-ED6B14E5B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6913E-5F82-1E90-5C95-61E6EBC0B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87E15-D4C6-9C82-D234-558CBCD3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16F43-88DF-4D34-B4B1-69C8816D4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3C4D3-26C4-E7B9-CABC-00F7EABDC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70971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741E4-2064-93FB-CEBD-E8A7B018F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F0DA8-F1CF-3517-DAAA-8F180E7611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6B7C3-C580-62CF-377C-8DB63018D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E19D5-94A2-D1E0-41EB-4EEFE8B35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7668B-7667-B355-376B-40F13FE6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1BAD4-00C6-897A-AD27-D1414DCAD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319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6EBD-6BD3-3780-BD6D-EC870AB0E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A7D2E-84EE-F2CC-B4B4-AFAA6717D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12F66-4F96-69C2-8E84-748009DA5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A6EA8F-C50D-9A1D-5174-E67FF574CC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A43377-9837-28FD-2E4A-C8579D24D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2F444B-5EAF-AAC6-BE5F-3DC7F8575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8629BD-8289-BACF-C87D-E78DB094C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3247D-87E2-0935-93DF-1C74CA33F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24399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DA18-539F-847A-C599-FA3DFA8E2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A2A4A-5713-DFF3-9D8F-375ABCB8F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A3FC1E-32D1-D822-975C-45CAC5E4D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C4FD-58F1-3689-AB20-CE73DCBE0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25908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9F19BD-29A4-B924-492D-21CCBB897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27AA4D-657D-7244-ED90-57A061DCB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203B6-12AF-5B3A-4127-7AD481C8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50867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B17A7-53C3-CF9A-4C8E-2CB7ECF7B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8D406-4723-568D-CFD1-937556411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DB37E-918F-1E57-7639-732729A64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9B371-00DD-FE85-0C56-BCA7EFD77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3BC67-F898-CC78-648E-BBB9CB09C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F3B57-4152-7350-76C7-82410039D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99765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5F4D1-4F42-A5B1-BC4B-708FBF6C7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693ED0-EE89-6CC3-D9AA-2C574541A8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6A3F98-6400-5627-7ADD-FE6B09F73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9D3B1-9E57-E706-5AE4-2AF589AF4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88CA6-AF30-4BEE-C400-60E211169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76816-F892-0A5D-6C00-34264BD3B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42480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1012D-F2F1-DBC0-ECE8-5B288FE81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D3E207-F2AE-74D3-EAC8-DCF5E1499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0F943-D783-2EC3-B04E-0D3554D7F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985EC-3E43-4EC1-05D8-09A4E753E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D53C1-F8C8-FE08-F674-1D4500631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37185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D7CA8C-3BA1-DFA3-E59E-3B9EABAFAE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0488AC-91BD-29E9-B550-3D72837BE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82A28-BAD0-2160-79F5-28BF8B487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CBD7C-FE59-1174-FA34-27C928C1E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E6CD0-68C4-8700-ED11-465FB87A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80600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AA2E6A-767C-FFB9-353A-D37386354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40D58-6A81-18A3-17B8-72221FC4F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8F90E-1DC3-BB13-43B9-19D9403B93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6DA887-BD81-4081-A9CD-7412BDFF8D22}" type="datetimeFigureOut">
              <a:rPr lang="en-PH" smtClean="0"/>
              <a:t>15/12/2025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ADC8A-802B-2075-EA84-CC2A719B1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0BF6C-A84C-BF4C-7F54-D39B1A117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FBEC58-D914-4E8F-A626-8B3FB54DFE8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02113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D8975B-AB6E-5321-B5DC-6A900C28E795}"/>
              </a:ext>
            </a:extLst>
          </p:cNvPr>
          <p:cNvSpPr/>
          <p:nvPr/>
        </p:nvSpPr>
        <p:spPr>
          <a:xfrm>
            <a:off x="0" y="0"/>
            <a:ext cx="5161935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4928D-88ED-EE60-5CF0-D36E6CA3C5D0}"/>
              </a:ext>
            </a:extLst>
          </p:cNvPr>
          <p:cNvSpPr txBox="1"/>
          <p:nvPr/>
        </p:nvSpPr>
        <p:spPr>
          <a:xfrm>
            <a:off x="5834872" y="1555331"/>
            <a:ext cx="625636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err="1"/>
              <a:t>EskQuip</a:t>
            </a:r>
            <a:r>
              <a:rPr lang="en-US" sz="2800" dirty="0"/>
              <a:t> is an educational web application designed to provide products and services that help equip learners, teachers and schools, such as but not limited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tools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teacher 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articles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researches</a:t>
            </a:r>
            <a:endParaRPr lang="en-US" sz="2800" dirty="0"/>
          </a:p>
          <a:p>
            <a:pPr lvl="1"/>
            <a:r>
              <a:rPr lang="en-US" sz="2800" dirty="0"/>
              <a:t>…uploaded by the registrants themselves.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FA5245-9DBF-124D-6BB8-30748CB2B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27" y="311387"/>
            <a:ext cx="3510879" cy="12215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0BF2EB-78AC-8EB3-FA35-CFE61D709FF4}"/>
              </a:ext>
            </a:extLst>
          </p:cNvPr>
          <p:cNvSpPr txBox="1"/>
          <p:nvPr/>
        </p:nvSpPr>
        <p:spPr>
          <a:xfrm>
            <a:off x="167380" y="4135633"/>
            <a:ext cx="4420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https://eskquip.com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contact@eskquip.com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1782D0-74F6-F5F0-5D0A-47BCD664BF15}"/>
              </a:ext>
            </a:extLst>
          </p:cNvPr>
          <p:cNvSpPr txBox="1"/>
          <p:nvPr/>
        </p:nvSpPr>
        <p:spPr>
          <a:xfrm>
            <a:off x="604216" y="2123145"/>
            <a:ext cx="3931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Equipping Learners, Teacher and Schools Through Diverse Media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BFC5EF-7462-3F6B-33FA-8E5347C65215}"/>
              </a:ext>
            </a:extLst>
          </p:cNvPr>
          <p:cNvSpPr txBox="1"/>
          <p:nvPr/>
        </p:nvSpPr>
        <p:spPr>
          <a:xfrm>
            <a:off x="302466" y="1615313"/>
            <a:ext cx="675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</a:rPr>
              <a:t>“</a:t>
            </a:r>
            <a:endParaRPr lang="en-US" sz="96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79808A-01DD-30F4-15B5-99F36D600668}"/>
              </a:ext>
            </a:extLst>
          </p:cNvPr>
          <p:cNvSpPr txBox="1"/>
          <p:nvPr/>
        </p:nvSpPr>
        <p:spPr>
          <a:xfrm>
            <a:off x="4151329" y="2884636"/>
            <a:ext cx="8277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</a:rPr>
              <a:t>”</a:t>
            </a:r>
            <a:endParaRPr lang="en-US" sz="9600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91DC36-852F-2A1B-1AA5-1E4F6C890BAF}"/>
              </a:ext>
            </a:extLst>
          </p:cNvPr>
          <p:cNvCxnSpPr/>
          <p:nvPr/>
        </p:nvCxnSpPr>
        <p:spPr>
          <a:xfrm>
            <a:off x="427703" y="3864077"/>
            <a:ext cx="427703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15515B7-0963-31A8-CF56-39CEEF609020}"/>
              </a:ext>
            </a:extLst>
          </p:cNvPr>
          <p:cNvSpPr/>
          <p:nvPr/>
        </p:nvSpPr>
        <p:spPr>
          <a:xfrm>
            <a:off x="5766151" y="470577"/>
            <a:ext cx="6425849" cy="903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920A02-851D-922A-7791-13C2F440B1E4}"/>
              </a:ext>
            </a:extLst>
          </p:cNvPr>
          <p:cNvSpPr txBox="1"/>
          <p:nvPr/>
        </p:nvSpPr>
        <p:spPr>
          <a:xfrm>
            <a:off x="5521825" y="629769"/>
            <a:ext cx="6256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b="1" dirty="0">
                <a:solidFill>
                  <a:srgbClr val="002060"/>
                </a:solidFill>
              </a:rPr>
              <a:t>WHAT IS ESKQUIP?</a:t>
            </a:r>
          </a:p>
        </p:txBody>
      </p:sp>
    </p:spTree>
    <p:extLst>
      <p:ext uri="{BB962C8B-B14F-4D97-AF65-F5344CB8AC3E}">
        <p14:creationId xmlns:p14="http://schemas.microsoft.com/office/powerpoint/2010/main" val="811997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6E5DB-576B-E238-2221-CD3D24E5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B15D3A-173B-BFBF-1FA3-0511732A099E}"/>
              </a:ext>
            </a:extLst>
          </p:cNvPr>
          <p:cNvSpPr/>
          <p:nvPr/>
        </p:nvSpPr>
        <p:spPr>
          <a:xfrm>
            <a:off x="5766151" y="470577"/>
            <a:ext cx="6425849" cy="903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11E0A0-03F1-EC4E-580C-A1B9C3E674E5}"/>
              </a:ext>
            </a:extLst>
          </p:cNvPr>
          <p:cNvSpPr/>
          <p:nvPr/>
        </p:nvSpPr>
        <p:spPr>
          <a:xfrm>
            <a:off x="0" y="0"/>
            <a:ext cx="5161935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902557-E94D-CB90-E7DA-D128E5576395}"/>
              </a:ext>
            </a:extLst>
          </p:cNvPr>
          <p:cNvSpPr txBox="1"/>
          <p:nvPr/>
        </p:nvSpPr>
        <p:spPr>
          <a:xfrm>
            <a:off x="5521825" y="629769"/>
            <a:ext cx="6256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>
                <a:solidFill>
                  <a:srgbClr val="002060"/>
                </a:solidFill>
              </a:rPr>
              <a:t>Teacher Files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6148B8-A3A5-A301-651B-74C475431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27" y="311387"/>
            <a:ext cx="3510879" cy="12215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9E5A12-4497-6C88-FEB9-B3DD4DE4B41A}"/>
              </a:ext>
            </a:extLst>
          </p:cNvPr>
          <p:cNvSpPr txBox="1"/>
          <p:nvPr/>
        </p:nvSpPr>
        <p:spPr>
          <a:xfrm>
            <a:off x="167380" y="4135633"/>
            <a:ext cx="4420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https://eskquip.com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contact@eskquip.com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45C705-68A2-E269-0C95-AEF91141807A}"/>
              </a:ext>
            </a:extLst>
          </p:cNvPr>
          <p:cNvSpPr txBox="1"/>
          <p:nvPr/>
        </p:nvSpPr>
        <p:spPr>
          <a:xfrm>
            <a:off x="604216" y="2123145"/>
            <a:ext cx="3931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Equipping Learners, Teacher and Schools Through Diverse Media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D79259-C532-9159-E6FB-89D481E11198}"/>
              </a:ext>
            </a:extLst>
          </p:cNvPr>
          <p:cNvSpPr txBox="1"/>
          <p:nvPr/>
        </p:nvSpPr>
        <p:spPr>
          <a:xfrm>
            <a:off x="302466" y="1615313"/>
            <a:ext cx="675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</a:rPr>
              <a:t>“</a:t>
            </a:r>
            <a:endParaRPr lang="en-US" sz="96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7BC007-7378-ECC1-2A5B-9A8207F25580}"/>
              </a:ext>
            </a:extLst>
          </p:cNvPr>
          <p:cNvSpPr txBox="1"/>
          <p:nvPr/>
        </p:nvSpPr>
        <p:spPr>
          <a:xfrm>
            <a:off x="4151329" y="2884636"/>
            <a:ext cx="8277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</a:rPr>
              <a:t>”</a:t>
            </a:r>
            <a:endParaRPr lang="en-US" sz="9600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594BA9-2071-2F4A-1F26-0EEA8986060C}"/>
              </a:ext>
            </a:extLst>
          </p:cNvPr>
          <p:cNvCxnSpPr/>
          <p:nvPr/>
        </p:nvCxnSpPr>
        <p:spPr>
          <a:xfrm>
            <a:off x="427703" y="3864077"/>
            <a:ext cx="427703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C654A1F-118A-0E7D-BA44-275D0AFDCAF0}"/>
              </a:ext>
            </a:extLst>
          </p:cNvPr>
          <p:cNvSpPr txBox="1"/>
          <p:nvPr/>
        </p:nvSpPr>
        <p:spPr>
          <a:xfrm>
            <a:off x="5530183" y="1608303"/>
            <a:ext cx="62563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/>
              <a:t>- uploaded by registrants who successfully applied for a teacher account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A88611-9B42-A9A0-B093-E51F236532AB}"/>
              </a:ext>
            </a:extLst>
          </p:cNvPr>
          <p:cNvSpPr txBox="1"/>
          <p:nvPr/>
        </p:nvSpPr>
        <p:spPr>
          <a:xfrm>
            <a:off x="5491912" y="3281520"/>
            <a:ext cx="625636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/>
              <a:t>- can be accessed by anyone for free, if granted access, or if purchased for the amount set by the teacher who had a seller subscription of  </a:t>
            </a:r>
            <a:r>
              <a:rPr lang="en-US" sz="3200" b="1" dirty="0"/>
              <a:t>Php99 per month</a:t>
            </a:r>
          </a:p>
        </p:txBody>
      </p:sp>
    </p:spTree>
    <p:extLst>
      <p:ext uri="{BB962C8B-B14F-4D97-AF65-F5344CB8AC3E}">
        <p14:creationId xmlns:p14="http://schemas.microsoft.com/office/powerpoint/2010/main" val="4018230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22E1C-20EC-C266-4CE9-ED92D736C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408CFC-AB35-4FE4-DC0D-DB0365F3AAF1}"/>
              </a:ext>
            </a:extLst>
          </p:cNvPr>
          <p:cNvSpPr/>
          <p:nvPr/>
        </p:nvSpPr>
        <p:spPr>
          <a:xfrm>
            <a:off x="5766151" y="470577"/>
            <a:ext cx="6425849" cy="903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53409C-D879-B01A-AAF3-115C997F3D28}"/>
              </a:ext>
            </a:extLst>
          </p:cNvPr>
          <p:cNvSpPr/>
          <p:nvPr/>
        </p:nvSpPr>
        <p:spPr>
          <a:xfrm>
            <a:off x="0" y="0"/>
            <a:ext cx="5161935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D7CCF-1B69-FBB5-8C7D-0A0B34DF3912}"/>
              </a:ext>
            </a:extLst>
          </p:cNvPr>
          <p:cNvSpPr txBox="1"/>
          <p:nvPr/>
        </p:nvSpPr>
        <p:spPr>
          <a:xfrm>
            <a:off x="5521825" y="629769"/>
            <a:ext cx="6256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>
                <a:solidFill>
                  <a:srgbClr val="002060"/>
                </a:solidFill>
              </a:rPr>
              <a:t>Articles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9C8A9D-E2E7-AAEE-776E-CBA8A7CDC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27" y="311387"/>
            <a:ext cx="3510879" cy="12215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46D956-9D03-F9D8-AD4C-59A421EBF8ED}"/>
              </a:ext>
            </a:extLst>
          </p:cNvPr>
          <p:cNvSpPr txBox="1"/>
          <p:nvPr/>
        </p:nvSpPr>
        <p:spPr>
          <a:xfrm>
            <a:off x="167380" y="4135633"/>
            <a:ext cx="4420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https://eskquip.com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contact@eskquip.com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08412-E4B8-D6AA-4429-43FC28A1EA8F}"/>
              </a:ext>
            </a:extLst>
          </p:cNvPr>
          <p:cNvSpPr txBox="1"/>
          <p:nvPr/>
        </p:nvSpPr>
        <p:spPr>
          <a:xfrm>
            <a:off x="604216" y="2123145"/>
            <a:ext cx="3931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Equipping Learners, Teacher and Schools Through Diverse Media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4756A5-136D-BFF3-BEA9-82F988E17991}"/>
              </a:ext>
            </a:extLst>
          </p:cNvPr>
          <p:cNvSpPr txBox="1"/>
          <p:nvPr/>
        </p:nvSpPr>
        <p:spPr>
          <a:xfrm>
            <a:off x="302466" y="1615313"/>
            <a:ext cx="675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</a:rPr>
              <a:t>“</a:t>
            </a:r>
            <a:endParaRPr lang="en-US" sz="96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781D2A-D418-A367-D515-2AD3F94986CC}"/>
              </a:ext>
            </a:extLst>
          </p:cNvPr>
          <p:cNvSpPr txBox="1"/>
          <p:nvPr/>
        </p:nvSpPr>
        <p:spPr>
          <a:xfrm>
            <a:off x="4151329" y="2884636"/>
            <a:ext cx="8277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</a:rPr>
              <a:t>”</a:t>
            </a:r>
            <a:endParaRPr lang="en-US" sz="9600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4C3C69-6CAA-2EC3-41FB-AC05E604C10B}"/>
              </a:ext>
            </a:extLst>
          </p:cNvPr>
          <p:cNvCxnSpPr/>
          <p:nvPr/>
        </p:nvCxnSpPr>
        <p:spPr>
          <a:xfrm>
            <a:off x="427703" y="3864077"/>
            <a:ext cx="427703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BCF582D-C0A6-D4FF-6DD2-392308E8226A}"/>
              </a:ext>
            </a:extLst>
          </p:cNvPr>
          <p:cNvSpPr txBox="1"/>
          <p:nvPr/>
        </p:nvSpPr>
        <p:spPr>
          <a:xfrm>
            <a:off x="5530183" y="1608303"/>
            <a:ext cx="62563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/>
              <a:t>- written by registrants who successfully applied for a writer account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81DCD6-5FEE-3F5A-6D9B-8403D0DDBF30}"/>
              </a:ext>
            </a:extLst>
          </p:cNvPr>
          <p:cNvSpPr txBox="1"/>
          <p:nvPr/>
        </p:nvSpPr>
        <p:spPr>
          <a:xfrm>
            <a:off x="5491912" y="3429000"/>
            <a:ext cx="62563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/>
              <a:t>- can be accessed by anyone for free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7801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3C9C4-2273-0B04-5830-6FCCEE5B8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3A0887-5DFA-8ECC-912F-95B0A68504AD}"/>
              </a:ext>
            </a:extLst>
          </p:cNvPr>
          <p:cNvSpPr/>
          <p:nvPr/>
        </p:nvSpPr>
        <p:spPr>
          <a:xfrm>
            <a:off x="5766151" y="470577"/>
            <a:ext cx="6425849" cy="903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7DC4EC-0F7A-7A04-C516-33E6C29CB551}"/>
              </a:ext>
            </a:extLst>
          </p:cNvPr>
          <p:cNvSpPr/>
          <p:nvPr/>
        </p:nvSpPr>
        <p:spPr>
          <a:xfrm>
            <a:off x="0" y="0"/>
            <a:ext cx="5161935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5A826-3ADE-97CB-F773-BB89474EA25C}"/>
              </a:ext>
            </a:extLst>
          </p:cNvPr>
          <p:cNvSpPr txBox="1"/>
          <p:nvPr/>
        </p:nvSpPr>
        <p:spPr>
          <a:xfrm>
            <a:off x="5521825" y="629769"/>
            <a:ext cx="6256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>
                <a:solidFill>
                  <a:srgbClr val="002060"/>
                </a:solidFill>
              </a:rPr>
              <a:t>Researches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26F754-E592-2C23-E6F6-3B1282D09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27" y="311387"/>
            <a:ext cx="3510879" cy="12215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136400-324E-338F-3C12-7E6636293A60}"/>
              </a:ext>
            </a:extLst>
          </p:cNvPr>
          <p:cNvSpPr txBox="1"/>
          <p:nvPr/>
        </p:nvSpPr>
        <p:spPr>
          <a:xfrm>
            <a:off x="167380" y="4135633"/>
            <a:ext cx="4420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https://eskquip.com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contact@eskquip.com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8C6188-E85F-CCCE-5517-AA8EDCACA728}"/>
              </a:ext>
            </a:extLst>
          </p:cNvPr>
          <p:cNvSpPr txBox="1"/>
          <p:nvPr/>
        </p:nvSpPr>
        <p:spPr>
          <a:xfrm>
            <a:off x="604216" y="2123145"/>
            <a:ext cx="3931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Equipping Learners, Teacher and Schools Through Diverse Media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90CC88-B16E-BC72-85CF-49B8552A12BE}"/>
              </a:ext>
            </a:extLst>
          </p:cNvPr>
          <p:cNvSpPr txBox="1"/>
          <p:nvPr/>
        </p:nvSpPr>
        <p:spPr>
          <a:xfrm>
            <a:off x="302466" y="1615313"/>
            <a:ext cx="675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</a:rPr>
              <a:t>“</a:t>
            </a:r>
            <a:endParaRPr lang="en-US" sz="96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41927E-4666-D8EB-C9DD-14575078D115}"/>
              </a:ext>
            </a:extLst>
          </p:cNvPr>
          <p:cNvSpPr txBox="1"/>
          <p:nvPr/>
        </p:nvSpPr>
        <p:spPr>
          <a:xfrm>
            <a:off x="4151329" y="2884636"/>
            <a:ext cx="8277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</a:rPr>
              <a:t>”</a:t>
            </a:r>
            <a:endParaRPr lang="en-US" sz="9600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83852CD-814F-FB46-7207-1FA291C8FDD9}"/>
              </a:ext>
            </a:extLst>
          </p:cNvPr>
          <p:cNvCxnSpPr/>
          <p:nvPr/>
        </p:nvCxnSpPr>
        <p:spPr>
          <a:xfrm>
            <a:off x="427703" y="3864077"/>
            <a:ext cx="427703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D73B991-4F0A-5598-701A-63293485F08A}"/>
              </a:ext>
            </a:extLst>
          </p:cNvPr>
          <p:cNvSpPr txBox="1"/>
          <p:nvPr/>
        </p:nvSpPr>
        <p:spPr>
          <a:xfrm>
            <a:off x="5530183" y="1608303"/>
            <a:ext cx="6256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/>
              <a:t>- uploaded by schools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ABB473-301A-AB99-8C13-EB936ACC17E4}"/>
              </a:ext>
            </a:extLst>
          </p:cNvPr>
          <p:cNvSpPr txBox="1"/>
          <p:nvPr/>
        </p:nvSpPr>
        <p:spPr>
          <a:xfrm>
            <a:off x="5507930" y="2363272"/>
            <a:ext cx="62563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/>
              <a:t>- can be accessed by anyone for free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088643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ABA75-C3EF-E39A-90EC-CC9244035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C5C2C6-805A-A977-866E-9F5BB505776B}"/>
              </a:ext>
            </a:extLst>
          </p:cNvPr>
          <p:cNvSpPr/>
          <p:nvPr/>
        </p:nvSpPr>
        <p:spPr>
          <a:xfrm>
            <a:off x="5766151" y="470577"/>
            <a:ext cx="6425849" cy="903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5B7C60-AF5D-D41B-8193-F81F44E10D03}"/>
              </a:ext>
            </a:extLst>
          </p:cNvPr>
          <p:cNvSpPr/>
          <p:nvPr/>
        </p:nvSpPr>
        <p:spPr>
          <a:xfrm>
            <a:off x="0" y="0"/>
            <a:ext cx="5161935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7C7D33-499B-F884-2D3A-6B00E0C22A3F}"/>
              </a:ext>
            </a:extLst>
          </p:cNvPr>
          <p:cNvSpPr txBox="1"/>
          <p:nvPr/>
        </p:nvSpPr>
        <p:spPr>
          <a:xfrm>
            <a:off x="5521825" y="629769"/>
            <a:ext cx="6256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>
                <a:solidFill>
                  <a:srgbClr val="002060"/>
                </a:solidFill>
              </a:rPr>
              <a:t>Tools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700020-AC66-BCF6-8B6D-AAAF20BC7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27" y="311387"/>
            <a:ext cx="3510879" cy="12215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FA804C-2360-E729-4A08-69E9384EB526}"/>
              </a:ext>
            </a:extLst>
          </p:cNvPr>
          <p:cNvSpPr txBox="1"/>
          <p:nvPr/>
        </p:nvSpPr>
        <p:spPr>
          <a:xfrm>
            <a:off x="167380" y="4135633"/>
            <a:ext cx="4420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https://eskquip.com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contact@eskquip.com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F083CC-E401-458C-75F4-C8D3EC1D8022}"/>
              </a:ext>
            </a:extLst>
          </p:cNvPr>
          <p:cNvSpPr txBox="1"/>
          <p:nvPr/>
        </p:nvSpPr>
        <p:spPr>
          <a:xfrm>
            <a:off x="604216" y="2123145"/>
            <a:ext cx="3931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Equipping Learners, Teacher and Schools Through Diverse Media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D8F34A-6074-8479-75FB-113E433F83AF}"/>
              </a:ext>
            </a:extLst>
          </p:cNvPr>
          <p:cNvSpPr txBox="1"/>
          <p:nvPr/>
        </p:nvSpPr>
        <p:spPr>
          <a:xfrm>
            <a:off x="302466" y="1615313"/>
            <a:ext cx="675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</a:rPr>
              <a:t>“</a:t>
            </a:r>
            <a:endParaRPr lang="en-US" sz="96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91FEB5-A050-7120-E54B-C0176B3CF82F}"/>
              </a:ext>
            </a:extLst>
          </p:cNvPr>
          <p:cNvSpPr txBox="1"/>
          <p:nvPr/>
        </p:nvSpPr>
        <p:spPr>
          <a:xfrm>
            <a:off x="4151329" y="2884636"/>
            <a:ext cx="8277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</a:rPr>
              <a:t>”</a:t>
            </a:r>
            <a:endParaRPr lang="en-US" sz="9600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4F8BBD-E51B-A3F4-6D03-1EB3145B9809}"/>
              </a:ext>
            </a:extLst>
          </p:cNvPr>
          <p:cNvCxnSpPr/>
          <p:nvPr/>
        </p:nvCxnSpPr>
        <p:spPr>
          <a:xfrm>
            <a:off x="427703" y="3864077"/>
            <a:ext cx="427703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78964D6-AD39-0469-6697-B2B5DA656079}"/>
              </a:ext>
            </a:extLst>
          </p:cNvPr>
          <p:cNvSpPr txBox="1"/>
          <p:nvPr/>
        </p:nvSpPr>
        <p:spPr>
          <a:xfrm>
            <a:off x="5618671" y="1608303"/>
            <a:ext cx="62563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/>
              <a:t>- developed by registrants who successfully applied for a developer account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3D0B91-D0F9-85E2-0A40-74F632A11CFF}"/>
              </a:ext>
            </a:extLst>
          </p:cNvPr>
          <p:cNvSpPr txBox="1"/>
          <p:nvPr/>
        </p:nvSpPr>
        <p:spPr>
          <a:xfrm>
            <a:off x="5727880" y="3468486"/>
            <a:ext cx="62563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/>
              <a:t>- can be accessed by registrants with a personal account for free or if subscribed to a tool subscription of </a:t>
            </a:r>
            <a:r>
              <a:rPr lang="en-US" sz="3200" b="1" dirty="0"/>
              <a:t>Php49 per month</a:t>
            </a:r>
          </a:p>
        </p:txBody>
      </p:sp>
    </p:spTree>
    <p:extLst>
      <p:ext uri="{BB962C8B-B14F-4D97-AF65-F5344CB8AC3E}">
        <p14:creationId xmlns:p14="http://schemas.microsoft.com/office/powerpoint/2010/main" val="1249992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24BCC-EBFB-44ED-9281-C1A2DF356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66E282B-73A7-55E6-CB61-60A868FF3B69}"/>
              </a:ext>
            </a:extLst>
          </p:cNvPr>
          <p:cNvSpPr/>
          <p:nvPr/>
        </p:nvSpPr>
        <p:spPr>
          <a:xfrm>
            <a:off x="0" y="0"/>
            <a:ext cx="5161935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4FD6B1-4209-B94A-7C21-909DA4FF3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27" y="311387"/>
            <a:ext cx="3510879" cy="12215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E4B5CE-D158-0CFB-BABC-1DAE8F938A76}"/>
              </a:ext>
            </a:extLst>
          </p:cNvPr>
          <p:cNvSpPr txBox="1"/>
          <p:nvPr/>
        </p:nvSpPr>
        <p:spPr>
          <a:xfrm>
            <a:off x="167380" y="4135633"/>
            <a:ext cx="4420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https://eskquip.com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contact@eskquip.com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EAF7CD-8F25-8A7A-6DCF-AD42CF4A7A50}"/>
              </a:ext>
            </a:extLst>
          </p:cNvPr>
          <p:cNvSpPr txBox="1"/>
          <p:nvPr/>
        </p:nvSpPr>
        <p:spPr>
          <a:xfrm>
            <a:off x="604216" y="2123145"/>
            <a:ext cx="3931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Equipping Learners, Teacher and Schools Through Diverse Media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B8F4ED-EC79-2CD1-A98A-ABEBEEA2BA20}"/>
              </a:ext>
            </a:extLst>
          </p:cNvPr>
          <p:cNvSpPr txBox="1"/>
          <p:nvPr/>
        </p:nvSpPr>
        <p:spPr>
          <a:xfrm>
            <a:off x="302466" y="1615313"/>
            <a:ext cx="675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</a:rPr>
              <a:t>“</a:t>
            </a:r>
            <a:endParaRPr lang="en-US" sz="96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6198EC-F5EC-2767-DEE4-718BEE939E80}"/>
              </a:ext>
            </a:extLst>
          </p:cNvPr>
          <p:cNvSpPr txBox="1"/>
          <p:nvPr/>
        </p:nvSpPr>
        <p:spPr>
          <a:xfrm>
            <a:off x="4151329" y="2884636"/>
            <a:ext cx="8277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</a:rPr>
              <a:t>”</a:t>
            </a:r>
            <a:endParaRPr lang="en-US" sz="9600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55E824-4474-C9A5-89E3-7CF0183D64A2}"/>
              </a:ext>
            </a:extLst>
          </p:cNvPr>
          <p:cNvCxnSpPr/>
          <p:nvPr/>
        </p:nvCxnSpPr>
        <p:spPr>
          <a:xfrm>
            <a:off x="427703" y="3864077"/>
            <a:ext cx="427703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5AE985F-7208-4533-768B-66AA5BC37930}"/>
              </a:ext>
            </a:extLst>
          </p:cNvPr>
          <p:cNvSpPr/>
          <p:nvPr/>
        </p:nvSpPr>
        <p:spPr>
          <a:xfrm>
            <a:off x="5766151" y="470577"/>
            <a:ext cx="6425849" cy="903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BE9A1D-6E08-3436-1F10-1C463BDC545C}"/>
              </a:ext>
            </a:extLst>
          </p:cNvPr>
          <p:cNvSpPr txBox="1"/>
          <p:nvPr/>
        </p:nvSpPr>
        <p:spPr>
          <a:xfrm>
            <a:off x="5521825" y="629769"/>
            <a:ext cx="6256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b="1" dirty="0">
                <a:solidFill>
                  <a:srgbClr val="002060"/>
                </a:solidFill>
              </a:rPr>
              <a:t>ACCOUNT REQUIREMENTS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8EAA026-6ACF-8041-A5CF-F7DB8440F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595041"/>
              </p:ext>
            </p:extLst>
          </p:nvPr>
        </p:nvGraphicFramePr>
        <p:xfrm>
          <a:off x="5575568" y="2123145"/>
          <a:ext cx="6148880" cy="2473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6216">
                  <a:extLst>
                    <a:ext uri="{9D8B030D-6E8A-4147-A177-3AD203B41FA5}">
                      <a16:colId xmlns:a16="http://schemas.microsoft.com/office/drawing/2014/main" val="2809126037"/>
                    </a:ext>
                  </a:extLst>
                </a:gridCol>
                <a:gridCol w="1242074">
                  <a:extLst>
                    <a:ext uri="{9D8B030D-6E8A-4147-A177-3AD203B41FA5}">
                      <a16:colId xmlns:a16="http://schemas.microsoft.com/office/drawing/2014/main" val="1613021017"/>
                    </a:ext>
                  </a:extLst>
                </a:gridCol>
                <a:gridCol w="1318902">
                  <a:extLst>
                    <a:ext uri="{9D8B030D-6E8A-4147-A177-3AD203B41FA5}">
                      <a16:colId xmlns:a16="http://schemas.microsoft.com/office/drawing/2014/main" val="3914200269"/>
                    </a:ext>
                  </a:extLst>
                </a:gridCol>
                <a:gridCol w="1024390">
                  <a:extLst>
                    <a:ext uri="{9D8B030D-6E8A-4147-A177-3AD203B41FA5}">
                      <a16:colId xmlns:a16="http://schemas.microsoft.com/office/drawing/2014/main" val="132901426"/>
                    </a:ext>
                  </a:extLst>
                </a:gridCol>
                <a:gridCol w="1297298">
                  <a:extLst>
                    <a:ext uri="{9D8B030D-6E8A-4147-A177-3AD203B41FA5}">
                      <a16:colId xmlns:a16="http://schemas.microsoft.com/office/drawing/2014/main" val="3722378165"/>
                    </a:ext>
                  </a:extLst>
                </a:gridCol>
              </a:tblGrid>
              <a:tr h="55260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Account Type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Role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License or Certification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Sample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Agreement Form</a:t>
                      </a:r>
                      <a:endParaRPr lang="en-P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194061"/>
                  </a:ext>
                </a:extLst>
              </a:tr>
              <a:tr h="320158">
                <a:tc rowSpan="5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Personal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Basic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endParaRPr lang="en-P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458570"/>
                  </a:ext>
                </a:extLst>
              </a:tr>
              <a:tr h="320158">
                <a:tc vMerge="1"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Teacher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/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/</a:t>
                      </a:r>
                      <a:endParaRPr lang="en-P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294063"/>
                  </a:ext>
                </a:extLst>
              </a:tr>
              <a:tr h="320158">
                <a:tc vMerge="1"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Writer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/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/</a:t>
                      </a:r>
                      <a:endParaRPr lang="en-P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554198"/>
                  </a:ext>
                </a:extLst>
              </a:tr>
              <a:tr h="320158">
                <a:tc vMerge="1"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Editor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/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/</a:t>
                      </a:r>
                      <a:endParaRPr lang="en-P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757727"/>
                  </a:ext>
                </a:extLst>
              </a:tr>
              <a:tr h="320158">
                <a:tc vMerge="1"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Developer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/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/</a:t>
                      </a:r>
                      <a:endParaRPr lang="en-P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19920"/>
                  </a:ext>
                </a:extLst>
              </a:tr>
              <a:tr h="3201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School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Researches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endParaRPr lang="en-P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/</a:t>
                      </a:r>
                      <a:endParaRPr lang="en-P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1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950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320</Words>
  <Application>Microsoft Office PowerPoint</Application>
  <PresentationFormat>Widescreen</PresentationFormat>
  <Paragraphs>81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3</cp:revision>
  <dcterms:created xsi:type="dcterms:W3CDTF">2025-12-15T03:37:30Z</dcterms:created>
  <dcterms:modified xsi:type="dcterms:W3CDTF">2025-12-15T05:50:17Z</dcterms:modified>
</cp:coreProperties>
</file>